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3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536" y="2286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Yield Curve Predict Recessions?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84904" y="1234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Treasury Yield Curve Analysis (1977–2025)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49640" y="1572768"/>
            <a:ext cx="3840480" cy="0"/>
          </a:xfrm>
          <a:prstGeom prst="line">
            <a:avLst/>
          </a:prstGeom>
          <a:noFill/>
          <a:ln w="19050">
            <a:solidFill>
              <a:srgbClr val="1E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616" y="17190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1B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524" y="21762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A8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Recessions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A8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27032" y="17190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1B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02756" y="21762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A8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from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A8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PCA Factors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71460" y="17190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1B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71460" y="21762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A8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PCA–Spread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A8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4904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1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4904" y="3035808"/>
            <a:ext cx="4160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1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recession since 1977 was preceded by a yield curve inversion, typically 12–18 months earlier</a:t>
            </a: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1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2022–23 inversion was the deepest on record — yet no clear recession has followed, raising questions about the signal's reliability</a:t>
            </a: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1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shows just 2 hidden patterns explain 98.8% of all daily yield curve movement: level and slope</a:t>
            </a: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41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factor independently rediscovered the 2s10s spread — the same signal economists have watched for decades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9704" y="228600"/>
            <a:ext cx="40460" cy="4617720"/>
          </a:xfrm>
          <a:prstGeom prst="line">
            <a:avLst/>
          </a:prstGeom>
          <a:noFill/>
          <a:ln w="1270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4" name="Image 0" descr="/home/claude/shortlongspreadti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50216" y="246888"/>
            <a:ext cx="4575236" cy="31546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937760" y="3456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2Y vs. 10Y Yield Spread Over Time  |  Pink = Inversion  |  Gray = Recession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824472" y="3767328"/>
            <a:ext cx="393192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1E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15912" y="3794760"/>
            <a:ext cx="3749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1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Question: </a:t>
            </a:r>
            <a:r>
              <a:rPr lang="en-US" sz="9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2022–23 inversion was the deepest in 40 years. Is the yield curve losing its predictive power, or is a recession still coming?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FRED (St. Louis Fed)  |  Analysis: Python (pandas, sklearn, matplotlib)  |  Quant Mentorship Program — Spring 2026  |  [Your Name]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194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 Curve Analysis</dc:title>
  <dc:subject>PptxGenJS Presentation</dc:subject>
  <dc:creator>PptxGenJS</dc:creator>
  <cp:lastModifiedBy>Bhatia, Sahil</cp:lastModifiedBy>
  <cp:revision>2</cp:revision>
  <dcterms:created xsi:type="dcterms:W3CDTF">2026-04-23T01:34:22Z</dcterms:created>
  <dcterms:modified xsi:type="dcterms:W3CDTF">2026-04-23T01:38:53Z</dcterms:modified>
</cp:coreProperties>
</file>